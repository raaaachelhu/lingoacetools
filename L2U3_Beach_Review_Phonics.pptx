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8dcb3a6b8942f4" /><Relationship Type="http://schemas.openxmlformats.org/officeDocument/2006/relationships/extended-properties" Target="/docProps/app.xml" Id="R8f9b920072584296" /><Relationship Type="http://schemas.openxmlformats.org/officeDocument/2006/relationships/officeDocument" Target="/ppt/presentation.xml" Id="Rdaf35f52e19c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711a12232a4ef0"/>
  </p:sldMasterIdLst>
  <p:notesMasterIdLst>
    <p:notesMasterId xmlns:r="http://schemas.openxmlformats.org/officeDocument/2006/relationships" r:id="Rfa8e60bc1af04977"/>
  </p:notesMasterIdLst>
  <p:sldIdLst>
    <p:sldId xmlns:r="http://schemas.openxmlformats.org/officeDocument/2006/relationships" id="256" r:id="R15e8247ce6f546df"/>
    <p:sldId xmlns:r="http://schemas.openxmlformats.org/officeDocument/2006/relationships" id="257" r:id="R90e401b73d8b441f"/>
    <p:sldId xmlns:r="http://schemas.openxmlformats.org/officeDocument/2006/relationships" id="258" r:id="Ra22a5ae34d574532"/>
    <p:sldId xmlns:r="http://schemas.openxmlformats.org/officeDocument/2006/relationships" id="259" r:id="Rf996b17da05c4bb7"/>
    <p:sldId xmlns:r="http://schemas.openxmlformats.org/officeDocument/2006/relationships" id="260" r:id="Ra2c3a42515664394"/>
    <p:sldId xmlns:r="http://schemas.openxmlformats.org/officeDocument/2006/relationships" id="261" r:id="Rc04b49c9c77b4380"/>
    <p:sldId xmlns:r="http://schemas.openxmlformats.org/officeDocument/2006/relationships" id="262" r:id="Ra812e504a9864dfd"/>
    <p:sldId xmlns:r="http://schemas.openxmlformats.org/officeDocument/2006/relationships" id="263" r:id="R2ae2e3704ba145bc"/>
    <p:sldId xmlns:r="http://schemas.openxmlformats.org/officeDocument/2006/relationships" id="264" r:id="Rc6c072ba3a744767"/>
    <p:sldId xmlns:r="http://schemas.openxmlformats.org/officeDocument/2006/relationships" id="265" r:id="Rd06dfdf9f7dd467b"/>
    <p:sldId xmlns:r="http://schemas.openxmlformats.org/officeDocument/2006/relationships" id="266" r:id="R205f9ace68474d7b"/>
    <p:sldId xmlns:r="http://schemas.openxmlformats.org/officeDocument/2006/relationships" id="267" r:id="R41a20cfb22354e69"/>
    <p:sldId xmlns:r="http://schemas.openxmlformats.org/officeDocument/2006/relationships" id="268" r:id="R04164de9c7184590"/>
    <p:sldId xmlns:r="http://schemas.openxmlformats.org/officeDocument/2006/relationships" id="269" r:id="R04621ddcf0884ce2"/>
    <p:sldId xmlns:r="http://schemas.openxmlformats.org/officeDocument/2006/relationships" id="270" r:id="R3aaf0d356ad54e8e"/>
    <p:sldId xmlns:r="http://schemas.openxmlformats.org/officeDocument/2006/relationships" id="271" r:id="R4e2de45e9fd84bcd"/>
    <p:sldId xmlns:r="http://schemas.openxmlformats.org/officeDocument/2006/relationships" id="272" r:id="R40d000a013a043fc"/>
    <p:sldId xmlns:r="http://schemas.openxmlformats.org/officeDocument/2006/relationships" id="273" r:id="R6152b34efc114eb4"/>
    <p:sldId xmlns:r="http://schemas.openxmlformats.org/officeDocument/2006/relationships" id="274" r:id="R714fdbc5799b43f3"/>
    <p:sldId xmlns:r="http://schemas.openxmlformats.org/officeDocument/2006/relationships" id="275" r:id="R9f8b2702b0a6471a"/>
    <p:sldId xmlns:r="http://schemas.openxmlformats.org/officeDocument/2006/relationships" id="276" r:id="Rc76d5ab2ce0041c8"/>
    <p:sldId xmlns:r="http://schemas.openxmlformats.org/officeDocument/2006/relationships" id="277" r:id="R245adebc19794c9a"/>
    <p:sldId xmlns:r="http://schemas.openxmlformats.org/officeDocument/2006/relationships" id="278" r:id="R32e32d28db774826"/>
    <p:sldId xmlns:r="http://schemas.openxmlformats.org/officeDocument/2006/relationships" id="279" r:id="R3dca0342bd314529"/>
    <p:sldId xmlns:r="http://schemas.openxmlformats.org/officeDocument/2006/relationships" id="280" r:id="Rcfaa8296c4a04379"/>
    <p:sldId xmlns:r="http://schemas.openxmlformats.org/officeDocument/2006/relationships" id="281" r:id="Rc1f34541754a47fc"/>
    <p:sldId xmlns:r="http://schemas.openxmlformats.org/officeDocument/2006/relationships" id="282" r:id="Rb15ef89862eb4da2"/>
    <p:sldId xmlns:r="http://schemas.openxmlformats.org/officeDocument/2006/relationships" id="283" r:id="R7afca69d708741b2"/>
    <p:sldId xmlns:r="http://schemas.openxmlformats.org/officeDocument/2006/relationships" id="284" r:id="R63193fb27daa465f"/>
    <p:sldId xmlns:r="http://schemas.openxmlformats.org/officeDocument/2006/relationships" id="285" r:id="R8bc69f05fdd54e97"/>
    <p:sldId xmlns:r="http://schemas.openxmlformats.org/officeDocument/2006/relationships" id="286" r:id="Rac3d4a5358824ca7"/>
    <p:sldId xmlns:r="http://schemas.openxmlformats.org/officeDocument/2006/relationships" id="287" r:id="R120e3ff6cc0e4003"/>
    <p:sldId xmlns:r="http://schemas.openxmlformats.org/officeDocument/2006/relationships" id="288" r:id="R9a71afb182ab43cb"/>
    <p:sldId xmlns:r="http://schemas.openxmlformats.org/officeDocument/2006/relationships" id="289" r:id="R665e2de70a644d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443e05ca9f489a" /><Relationship Type="http://schemas.openxmlformats.org/officeDocument/2006/relationships/slideMaster" Target="/ppt/slideMasters/slideMaster1.xml" Id="R4b711a12232a4ef0" /><Relationship Type="http://schemas.openxmlformats.org/officeDocument/2006/relationships/notesMaster" Target="/ppt/notesMasters/notesMaster1.xml" Id="Rfa8e60bc1af04977" /><Relationship Type="http://schemas.openxmlformats.org/officeDocument/2006/relationships/presProps" Target="/ppt/presProps.xml" Id="R9e6b0002337d4b27" /><Relationship Type="http://schemas.openxmlformats.org/officeDocument/2006/relationships/tableStyles" Target="/ppt/tableStyles.xml" Id="R5d912b50ce9846a5" /><Relationship Type="http://schemas.openxmlformats.org/officeDocument/2006/relationships/slide" Target="/ppt/slides/slide1.xml" Id="R15e8247ce6f546df" /><Relationship Type="http://schemas.openxmlformats.org/officeDocument/2006/relationships/slide" Target="/ppt/slides/slide2.xml" Id="R90e401b73d8b441f" /><Relationship Type="http://schemas.openxmlformats.org/officeDocument/2006/relationships/slide" Target="/ppt/slides/slide3.xml" Id="Ra22a5ae34d574532" /><Relationship Type="http://schemas.openxmlformats.org/officeDocument/2006/relationships/slide" Target="/ppt/slides/slide4.xml" Id="Rf996b17da05c4bb7" /><Relationship Type="http://schemas.openxmlformats.org/officeDocument/2006/relationships/slide" Target="/ppt/slides/slide5.xml" Id="Ra2c3a42515664394" /><Relationship Type="http://schemas.openxmlformats.org/officeDocument/2006/relationships/slide" Target="/ppt/slides/slide6.xml" Id="Rc04b49c9c77b4380" /><Relationship Type="http://schemas.openxmlformats.org/officeDocument/2006/relationships/slide" Target="/ppt/slides/slide7.xml" Id="Ra812e504a9864dfd" /><Relationship Type="http://schemas.openxmlformats.org/officeDocument/2006/relationships/slide" Target="/ppt/slides/slide8.xml" Id="R2ae2e3704ba145bc" /><Relationship Type="http://schemas.openxmlformats.org/officeDocument/2006/relationships/slide" Target="/ppt/slides/slide9.xml" Id="Rc6c072ba3a744767" /><Relationship Type="http://schemas.openxmlformats.org/officeDocument/2006/relationships/slide" Target="/ppt/slides/slide10.xml" Id="Rd06dfdf9f7dd467b" /><Relationship Type="http://schemas.openxmlformats.org/officeDocument/2006/relationships/slide" Target="/ppt/slides/slide11.xml" Id="R205f9ace68474d7b" /><Relationship Type="http://schemas.openxmlformats.org/officeDocument/2006/relationships/slide" Target="/ppt/slides/slide12.xml" Id="R41a20cfb22354e69" /><Relationship Type="http://schemas.openxmlformats.org/officeDocument/2006/relationships/slide" Target="/ppt/slides/slide13.xml" Id="R04164de9c7184590" /><Relationship Type="http://schemas.openxmlformats.org/officeDocument/2006/relationships/slide" Target="/ppt/slides/slide14.xml" Id="R04621ddcf0884ce2" /><Relationship Type="http://schemas.openxmlformats.org/officeDocument/2006/relationships/slide" Target="/ppt/slides/slide15.xml" Id="R3aaf0d356ad54e8e" /><Relationship Type="http://schemas.openxmlformats.org/officeDocument/2006/relationships/slide" Target="/ppt/slides/slide16.xml" Id="R4e2de45e9fd84bcd" /><Relationship Type="http://schemas.openxmlformats.org/officeDocument/2006/relationships/slide" Target="/ppt/slides/slide17.xml" Id="R40d000a013a043fc" /><Relationship Type="http://schemas.openxmlformats.org/officeDocument/2006/relationships/slide" Target="/ppt/slides/slide18.xml" Id="R6152b34efc114eb4" /><Relationship Type="http://schemas.openxmlformats.org/officeDocument/2006/relationships/slide" Target="/ppt/slides/slide19.xml" Id="R714fdbc5799b43f3" /><Relationship Type="http://schemas.openxmlformats.org/officeDocument/2006/relationships/slide" Target="/ppt/slides/slide20.xml" Id="R9f8b2702b0a6471a" /><Relationship Type="http://schemas.openxmlformats.org/officeDocument/2006/relationships/slide" Target="/ppt/slides/slide21.xml" Id="Rc76d5ab2ce0041c8" /><Relationship Type="http://schemas.openxmlformats.org/officeDocument/2006/relationships/slide" Target="/ppt/slides/slide22.xml" Id="R245adebc19794c9a" /><Relationship Type="http://schemas.openxmlformats.org/officeDocument/2006/relationships/slide" Target="/ppt/slides/slide23.xml" Id="R32e32d28db774826" /><Relationship Type="http://schemas.openxmlformats.org/officeDocument/2006/relationships/slide" Target="/ppt/slides/slide24.xml" Id="R3dca0342bd314529" /><Relationship Type="http://schemas.openxmlformats.org/officeDocument/2006/relationships/slide" Target="/ppt/slides/slide25.xml" Id="Rcfaa8296c4a04379" /><Relationship Type="http://schemas.openxmlformats.org/officeDocument/2006/relationships/slide" Target="/ppt/slides/slide26.xml" Id="Rc1f34541754a47fc" /><Relationship Type="http://schemas.openxmlformats.org/officeDocument/2006/relationships/slide" Target="/ppt/slides/slide27.xml" Id="Rb15ef89862eb4da2" /><Relationship Type="http://schemas.openxmlformats.org/officeDocument/2006/relationships/slide" Target="/ppt/slides/slide28.xml" Id="R7afca69d708741b2" /><Relationship Type="http://schemas.openxmlformats.org/officeDocument/2006/relationships/slide" Target="/ppt/slides/slide29.xml" Id="R63193fb27daa465f" /><Relationship Type="http://schemas.openxmlformats.org/officeDocument/2006/relationships/slide" Target="/ppt/slides/slide30.xml" Id="R8bc69f05fdd54e97" /><Relationship Type="http://schemas.openxmlformats.org/officeDocument/2006/relationships/slide" Target="/ppt/slides/slide31.xml" Id="Rac3d4a5358824ca7" /><Relationship Type="http://schemas.openxmlformats.org/officeDocument/2006/relationships/slide" Target="/ppt/slides/slide32.xml" Id="R120e3ff6cc0e4003" /><Relationship Type="http://schemas.openxmlformats.org/officeDocument/2006/relationships/slide" Target="/ppt/slides/slide33.xml" Id="R9a71afb182ab43cb" /><Relationship Type="http://schemas.openxmlformats.org/officeDocument/2006/relationships/slide" Target="/ppt/slides/slide34.xml" Id="R665e2de70a644d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26a23ab07442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c3a3fe583e41e4" /><Relationship Type="http://schemas.openxmlformats.org/officeDocument/2006/relationships/notesMaster" Target="/ppt/notesMasters/notesMaster1.xml" Id="Re94640186eae47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664f2a058345dc" /><Relationship Type="http://schemas.openxmlformats.org/officeDocument/2006/relationships/notesMaster" Target="/ppt/notesMasters/notesMaster1.xml" Id="R16adfcdbe9a943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5f964ac43144a3" /><Relationship Type="http://schemas.openxmlformats.org/officeDocument/2006/relationships/notesMaster" Target="/ppt/notesMasters/notesMaster1.xml" Id="Rfd679ff1269442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15470663cf4f50" /><Relationship Type="http://schemas.openxmlformats.org/officeDocument/2006/relationships/notesMaster" Target="/ppt/notesMasters/notesMaster1.xml" Id="R90f8fd8a1b034e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9336546c904c2a" /><Relationship Type="http://schemas.openxmlformats.org/officeDocument/2006/relationships/notesMaster" Target="/ppt/notesMasters/notesMaster1.xml" Id="R746e2e9532b448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5ec7751c6e4147" /><Relationship Type="http://schemas.openxmlformats.org/officeDocument/2006/relationships/notesMaster" Target="/ppt/notesMasters/notesMaster1.xml" Id="Rde7bdf23ee81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99a8b5551f42c4" /><Relationship Type="http://schemas.openxmlformats.org/officeDocument/2006/relationships/notesMaster" Target="/ppt/notesMasters/notesMaster1.xml" Id="Rb0a59df325b04f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f6d8c708174387" /><Relationship Type="http://schemas.openxmlformats.org/officeDocument/2006/relationships/notesMaster" Target="/ppt/notesMasters/notesMaster1.xml" Id="R6024a6b8838043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9dd6c311924e31" /><Relationship Type="http://schemas.openxmlformats.org/officeDocument/2006/relationships/notesMaster" Target="/ppt/notesMasters/notesMaster1.xml" Id="Rb38a0069753c45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55e9e2d57544c3" /><Relationship Type="http://schemas.openxmlformats.org/officeDocument/2006/relationships/notesMaster" Target="/ppt/notesMasters/notesMaster1.xml" Id="R6ba3dd96e22c4a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c4a47f8a3b48ac" /><Relationship Type="http://schemas.openxmlformats.org/officeDocument/2006/relationships/notesMaster" Target="/ppt/notesMasters/notesMaster1.xml" Id="R651e90b035024c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5636fe07f84fe5" /><Relationship Type="http://schemas.openxmlformats.org/officeDocument/2006/relationships/notesMaster" Target="/ppt/notesMasters/notesMaster1.xml" Id="R1bbd09da178345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d992b9a90d42e3" /><Relationship Type="http://schemas.openxmlformats.org/officeDocument/2006/relationships/notesMaster" Target="/ppt/notesMasters/notesMaster1.xml" Id="R8e9908dadf0048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e1742c88e64765" /><Relationship Type="http://schemas.openxmlformats.org/officeDocument/2006/relationships/notesMaster" Target="/ppt/notesMasters/notesMaster1.xml" Id="R450e84bcb7b745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3c54047616417e" /><Relationship Type="http://schemas.openxmlformats.org/officeDocument/2006/relationships/notesMaster" Target="/ppt/notesMasters/notesMaster1.xml" Id="R1656293d6c474e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7f29c71c7c4f2c" /><Relationship Type="http://schemas.openxmlformats.org/officeDocument/2006/relationships/notesMaster" Target="/ppt/notesMasters/notesMaster1.xml" Id="Rff060fd5143443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072b5c9e61470c" /><Relationship Type="http://schemas.openxmlformats.org/officeDocument/2006/relationships/notesMaster" Target="/ppt/notesMasters/notesMaster1.xml" Id="R0e7f36137c0e45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b79e7ebee640b0" /><Relationship Type="http://schemas.openxmlformats.org/officeDocument/2006/relationships/notesMaster" Target="/ppt/notesMasters/notesMaster1.xml" Id="Rfafd5aeb2edf45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6938fd59984926" /><Relationship Type="http://schemas.openxmlformats.org/officeDocument/2006/relationships/notesMaster" Target="/ppt/notesMasters/notesMaster1.xml" Id="Rc725eecc8c5848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9df1b8320f4dde" /><Relationship Type="http://schemas.openxmlformats.org/officeDocument/2006/relationships/notesMaster" Target="/ppt/notesMasters/notesMaster1.xml" Id="Rd2740296101e400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a8b936180b4786" /><Relationship Type="http://schemas.openxmlformats.org/officeDocument/2006/relationships/notesMaster" Target="/ppt/notesMasters/notesMaster1.xml" Id="Rb666b36049d947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4fdf07b16b4c58" /><Relationship Type="http://schemas.openxmlformats.org/officeDocument/2006/relationships/notesMaster" Target="/ppt/notesMasters/notesMaster1.xml" Id="R064144901d6c41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b1d304d63544de" /><Relationship Type="http://schemas.openxmlformats.org/officeDocument/2006/relationships/notesMaster" Target="/ppt/notesMasters/notesMaster1.xml" Id="Re25fe7c186304a0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dcb89ab1024191" /><Relationship Type="http://schemas.openxmlformats.org/officeDocument/2006/relationships/notesMaster" Target="/ppt/notesMasters/notesMaster1.xml" Id="Rde5fe28cc95b49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9cbf3a37984038" /><Relationship Type="http://schemas.openxmlformats.org/officeDocument/2006/relationships/notesMaster" Target="/ppt/notesMasters/notesMaster1.xml" Id="R51de25d0407047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8f9e9b36dc460c" /><Relationship Type="http://schemas.openxmlformats.org/officeDocument/2006/relationships/notesMaster" Target="/ppt/notesMasters/notesMaster1.xml" Id="Rddc0672616024a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d55971769a4d97" /><Relationship Type="http://schemas.openxmlformats.org/officeDocument/2006/relationships/notesMaster" Target="/ppt/notesMasters/notesMaster1.xml" Id="R11f9647325b34d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930efe4cce4e48" /><Relationship Type="http://schemas.openxmlformats.org/officeDocument/2006/relationships/notesMaster" Target="/ppt/notesMasters/notesMaster1.xml" Id="R3c672a5556b4406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16e6d9189cd440c" /><Relationship Type="http://schemas.openxmlformats.org/officeDocument/2006/relationships/notesMaster" Target="/ppt/notesMasters/notesMaster1.xml" Id="Rb34b24a16fb44e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22e2c6ebb1482a" /><Relationship Type="http://schemas.openxmlformats.org/officeDocument/2006/relationships/notesMaster" Target="/ppt/notesMasters/notesMaster1.xml" Id="R4e1073b55da546a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28955d85f8a4ddb" /><Relationship Type="http://schemas.openxmlformats.org/officeDocument/2006/relationships/notesMaster" Target="/ppt/notesMasters/notesMaster1.xml" Id="R143989f6f4d0401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b8671b1434b4c84" /><Relationship Type="http://schemas.openxmlformats.org/officeDocument/2006/relationships/notesMaster" Target="/ppt/notesMasters/notesMaster1.xml" Id="Raa24ad3ecd244c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0f575c7c1604b47" /><Relationship Type="http://schemas.openxmlformats.org/officeDocument/2006/relationships/notesMaster" Target="/ppt/notesMasters/notesMaster1.xml" Id="R7852d517fe414cb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5fff0e2968a49f6" /><Relationship Type="http://schemas.openxmlformats.org/officeDocument/2006/relationships/notesMaster" Target="/ppt/notesMasters/notesMaster1.xml" Id="R34ebf0d7a44449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陪练提示：每次8–10分钟，可分三次完成。不要求一次学完全部。用下一页揭晓答案，无需联网。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陪练提示：奖励参与、尝试和自我纠正。看答案后能说出来也算完成，不计时惩罚。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陪练提示：先指图再说词。beach=海滩，tree=树，sand=沙子，sea=海。海滩是地方，沙子是物质。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陪练提示：六个活动依次为paint a picture, eat ice cream, take a picture, listen to music, read a book, make a sandcastle。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陪练提示：每个短语说2次即可。paint和take都能与a picture搭配，用动作区分画画和拍照。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陪练提示：答案A take a picture；B listen to music；C make a sandcastle。孩子只说单词时，家长示范完整短语后再让孩子说一次。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陪练提示：答案picture, music, sandcastle, ice。给基础薄弱孩子先读词语池，熟练孩子遮住词语池。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陪练提示：不要让孩子每次都必须回答Good idea。用真实选择练习三种回应。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陪练提示：进行2–3轮即可。可替换成六个活动短语。补充练习教材句子Let’s play the guitar. 不要求一定同意。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陪练提示：答案Let’s read a book. / Let’s listen to music. / Let’s take a picture. 第3句通过中文限定目标，避免其他合理表达造成歧义。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陪练提示：Where’s=Where is；It’s=It is；They’re=They are。用一支笔和两支笔做简单对照，避免只背口令。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陪练提示：绿风筝在树上，It’s in the tree. 两只红球在沙子上，They’re on the sand. 图中练in/on。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陪练提示：答案1B，2A。追问为什么选It’s或They’re，孩子能说“一个/多个”即可。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陪练提示：基础版保持风筝在树上、球在沙上。挑战版可把球画进包里，用They’re in the bag. 这是位置表达迁移练习。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陪练提示：逐词解码：/k/ /eɪ/ /n/ cane；/l/ /eɪ/ /n/ lane；/k/ /eɪ/ /p/ cape；/t/ /eɪ/ /p/ tape。中文只帮助理解，不用中文标音。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陪练提示：随机读cane/cape/lane/tape共4次。cane结尾/n/，cape结尾/p/。可让孩子用字母卡拼词，不强求首次就独立默写。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陪练提示：cap=帽子，cape=披风；tap=轻拍/水龙头，tape=胶带。cap和tap是对比拓展词，不冒充本单元词表。示范短音/æ/和长音/eɪ/，不用中文谐音。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陪练提示：每词有3个音，虽然有4个字母。a_e一起表示/eɪ/，末尾e不额外拍一下。先家长示范，孩子模仿，再独立读。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陪练提示：家长只读目标词，不读字母名。第1题cape，第2题cane，第3题tape，第4题lane。第一轮可先示范短长音，第二轮隐藏提示。没有内置音频，需陪练者读词。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陪练提示：四个词都补a。填字后要求读词，避免只看中文填字。熟练后遮住整词，由家长读英文，孩子用字母卡重拼。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陪练提示：答案1cane、2lane、3cape、4tape。先拼再用手指逐音合读。挑战：把cane的c换成l，得到lane；把cape的c换成t，得到tape。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陪练提示：参考意思：他有一根手杖和一件披风；他的披风是红色的；他有胶带；他在小路上。这是独立拼读小故事，不是教材原版故事或海滩情境图描述。帮助读has/and/the，不以所有词都能解码作为要求。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陪练提示：4个词cane、cape、tape、lane。披风颜色red，位置in the lane。基础版指出red/lane即可，挑战版His cape is red. / He is in the 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陪练提示：先读英文，卡住时解释一句即可：我们在海滩；Ben提议堆沙堡；Mia同意；问红球在哪；红球在沙上；大家合作。says和work together可由家长帮助。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陪练提示：答案1A、2B、3B。让孩子指证据，答对之后再尝试完整句。团队合作讨论：堆沙堡时你和家人分别可以做什么？可用中文说想法。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陪练提示：活动：paint a picture, read a book, make a sandcastle, listen to music。周围世界：sea,sand,tree,beach。让孩子再补eat ice cream和take a picture。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陪练提示：示范：The kite is green. The balls are red. Let’s make a sandcastle! 不强求同时写全部句子。先描述颜色，再用Where问位置。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陪练提示：where用来问地点，he代替男孩Ben，his说明“他的”。不要把he和his混用。延伸问句Where is his kite? It’s in the tree.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陪练提示：前两句为复习项目的补充表达示例。若孩子来自其他国家，替换China为真实信息。可画一张家乡明信片，不增加国家单词记忆任务。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陪练提示：不以口音或速度打分。记录：独立完成/提示后完成/下次再练。可录30–45秒口语，录制由家长自行决定，无需上传。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陪练提示：其他开放题不设唯一答案，只要符合图片和表达意图即可。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陪练提示：游戏9指本课四个完整短语，不把单独的paint等当成唯一答案。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陪练提示：听音游戏由家长按备注读词，不含音频。自然拼读核心是字母与音的对应和合读，拼写作为巩固，不靠中文谐音。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课程依据：LingoAce-Level 2 -Course map -0906.pdf，第3页，Unit 3。练习、故事、游戏和家庭任务均为原创复习活动，不是教材原页。插图为AI生成的教学情境图。</a:t>
            </a:r>
          </a:p>
          <a:p xmlns:a="http://schemas.openxmlformats.org/drawingml/2006/main">
            <a:r>
              <a:t>陪练提示：内容依据用户提供的LingoAce Level2课程大纲Unit3。歌曲与教材原版故事未提供，因此本课不冒充教材音频或原故事。此PPT为翻页游戏课件，不含自动判分或内置录音。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a2776169448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9f41009ac4f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76e45d04a4f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89d4f49864a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a630a1a494c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8659c060540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B9A252-3627-4246-9B1E-1792B9BCC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ADC5D2-7C25-42C5-9E50-AC4CEEC3B4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647DC7-FDA7-40FC-AFE4-618CAE55A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56DD16-D98C-40C2-ABD3-A98D98B78D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96973B-0CEA-4FC9-A4CB-DA25F1B82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BBFF0C-A3D8-4884-8A6F-32690ABD6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594A33-CD35-4B8E-BFA8-E93005C3C4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7CBF39-2D1C-4DD3-935D-22DA0DA874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B2A342-0907-4013-8B4A-EF62D3886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6A33D4-F272-4815-B155-5414FECDA6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1accacd17441eb" /><Relationship Type="http://schemas.openxmlformats.org/officeDocument/2006/relationships/slideLayout" Target="/ppt/slideLayouts/slideLayout1.xml" Id="R621da8fd2301483e" /><Relationship Type="http://schemas.openxmlformats.org/officeDocument/2006/relationships/slideLayout" Target="/ppt/slideLayouts/slideLayout2.xml" Id="Rc8363780f2a74b82" /><Relationship Type="http://schemas.openxmlformats.org/officeDocument/2006/relationships/slideLayout" Target="/ppt/slideLayouts/slideLayout3.xml" Id="Rfef4a0afd40e4f57" /><Relationship Type="http://schemas.openxmlformats.org/officeDocument/2006/relationships/slideLayout" Target="/ppt/slideLayouts/slideLayout4.xml" Id="R172d3001e3e647d4" /><Relationship Type="http://schemas.openxmlformats.org/officeDocument/2006/relationships/slideLayout" Target="/ppt/slideLayouts/slideLayout5.xml" Id="Ra7368dd304554b99" /><Relationship Type="http://schemas.openxmlformats.org/officeDocument/2006/relationships/slideLayout" Target="/ppt/slideLayouts/slideLayout6.xml" Id="R00b7ced5f419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1da8fd2301483e"/>
    <p:sldLayoutId xmlns:r="http://schemas.openxmlformats.org/officeDocument/2006/relationships" id="2147483650" r:id="Rc8363780f2a74b82"/>
    <p:sldLayoutId xmlns:r="http://schemas.openxmlformats.org/officeDocument/2006/relationships" id="2147483651" r:id="Rfef4a0afd40e4f57"/>
    <p:sldLayoutId xmlns:r="http://schemas.openxmlformats.org/officeDocument/2006/relationships" id="2147483652" r:id="R172d3001e3e647d4"/>
    <p:sldLayoutId xmlns:r="http://schemas.openxmlformats.org/officeDocument/2006/relationships" id="2147483653" r:id="Ra7368dd304554b99"/>
    <p:sldLayoutId xmlns:r="http://schemas.openxmlformats.org/officeDocument/2006/relationships" id="2147483654" r:id="R00b7ced5f419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b4b1498c54d6d" /><Relationship Type="http://schemas.openxmlformats.org/officeDocument/2006/relationships/image" Target="/ppt/media/image.png" Id="R87ba04993e1e4228" /><Relationship Type="http://schemas.openxmlformats.org/officeDocument/2006/relationships/notesSlide" Target="/ppt/notesSlides/notesSlide1.xml" Id="Re6c0931230d345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49a6fa8974799" /><Relationship Type="http://schemas.openxmlformats.org/officeDocument/2006/relationships/notesSlide" Target="/ppt/notesSlides/notesSlide2.xml" Id="R72a857869fb64d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5478d7cce4fec" /><Relationship Type="http://schemas.openxmlformats.org/officeDocument/2006/relationships/image" Target="/ppt/media/image2.png" Id="R26e572b9ed0b4e46" /><Relationship Type="http://schemas.openxmlformats.org/officeDocument/2006/relationships/notesSlide" Target="/ppt/notesSlides/notesSlide3.xml" Id="Rbe8343c90e6f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219250e56b464c" /><Relationship Type="http://schemas.openxmlformats.org/officeDocument/2006/relationships/image" Target="/ppt/media/image3.png" Id="R57d30f1d890147c7" /><Relationship Type="http://schemas.openxmlformats.org/officeDocument/2006/relationships/notesSlide" Target="/ppt/notesSlides/notesSlide4.xml" Id="Rbfd3de363a5846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af4c815c449d1" /><Relationship Type="http://schemas.openxmlformats.org/officeDocument/2006/relationships/notesSlide" Target="/ppt/notesSlides/notesSlide5.xml" Id="R4876eaaeba4740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4a36334584f1a" /><Relationship Type="http://schemas.openxmlformats.org/officeDocument/2006/relationships/notesSlide" Target="/ppt/notesSlides/notesSlide6.xml" Id="Rd00e4f2b01cb4b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761ebaa4a43e8" /><Relationship Type="http://schemas.openxmlformats.org/officeDocument/2006/relationships/notesSlide" Target="/ppt/notesSlides/notesSlide7.xml" Id="R391921443edb48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2fa55954349cf" /><Relationship Type="http://schemas.openxmlformats.org/officeDocument/2006/relationships/notesSlide" Target="/ppt/notesSlides/notesSlide8.xml" Id="Rd7cb8ccd0c644d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60768817c4ff1" /><Relationship Type="http://schemas.openxmlformats.org/officeDocument/2006/relationships/notesSlide" Target="/ppt/notesSlides/notesSlide9.xml" Id="R2bb92135cfb64e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e22e02d324213" /><Relationship Type="http://schemas.openxmlformats.org/officeDocument/2006/relationships/notesSlide" Target="/ppt/notesSlides/notesSlide10.xml" Id="Rabb2b0a0bdf249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e83fc27fd4f95" /><Relationship Type="http://schemas.openxmlformats.org/officeDocument/2006/relationships/notesSlide" Target="/ppt/notesSlides/notesSlide11.xml" Id="Re499d47defc34f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93ab38b1c47dd" /><Relationship Type="http://schemas.openxmlformats.org/officeDocument/2006/relationships/image" Target="/ppt/media/image4.png" Id="R28f454863b6c4c39" /><Relationship Type="http://schemas.openxmlformats.org/officeDocument/2006/relationships/notesSlide" Target="/ppt/notesSlides/notesSlide12.xml" Id="Rbe8b47968d0540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73c9564a624f84" /><Relationship Type="http://schemas.openxmlformats.org/officeDocument/2006/relationships/notesSlide" Target="/ppt/notesSlides/notesSlide13.xml" Id="R7d76aee06c8843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4feddf4f3429a" /><Relationship Type="http://schemas.openxmlformats.org/officeDocument/2006/relationships/notesSlide" Target="/ppt/notesSlides/notesSlide14.xml" Id="Rae2f331afbb54a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3065b8a4e43ca" /><Relationship Type="http://schemas.openxmlformats.org/officeDocument/2006/relationships/notesSlide" Target="/ppt/notesSlides/notesSlide15.xml" Id="R0bb3df55ba2c4d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611e12dbe4753" /><Relationship Type="http://schemas.openxmlformats.org/officeDocument/2006/relationships/notesSlide" Target="/ppt/notesSlides/notesSlide16.xml" Id="Rf79f5f7bf4614c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093ca737c4f74" /><Relationship Type="http://schemas.openxmlformats.org/officeDocument/2006/relationships/notesSlide" Target="/ppt/notesSlides/notesSlide17.xml" Id="R3e18f66527ae44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80a2ce7e84f01" /><Relationship Type="http://schemas.openxmlformats.org/officeDocument/2006/relationships/notesSlide" Target="/ppt/notesSlides/notesSlide18.xml" Id="Ra622e8293a3946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b173ce4464863" /><Relationship Type="http://schemas.openxmlformats.org/officeDocument/2006/relationships/notesSlide" Target="/ppt/notesSlides/notesSlide19.xml" Id="R87e9cb3294b641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8d334f7d24d87" /><Relationship Type="http://schemas.openxmlformats.org/officeDocument/2006/relationships/notesSlide" Target="/ppt/notesSlides/notesSlide20.xml" Id="Rf82521a066104fa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4918a7bee4534" /><Relationship Type="http://schemas.openxmlformats.org/officeDocument/2006/relationships/notesSlide" Target="/ppt/notesSlides/notesSlide21.xml" Id="R61abc4f273e149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6af3c8eaa4986" /><Relationship Type="http://schemas.openxmlformats.org/officeDocument/2006/relationships/notesSlide" Target="/ppt/notesSlides/notesSlide22.xml" Id="R0b0344db5fa5412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77c6f490149db" /><Relationship Type="http://schemas.openxmlformats.org/officeDocument/2006/relationships/notesSlide" Target="/ppt/notesSlides/notesSlide23.xml" Id="R5aaae543ee7b48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a16cb92b04a4c" /><Relationship Type="http://schemas.openxmlformats.org/officeDocument/2006/relationships/notesSlide" Target="/ppt/notesSlides/notesSlide24.xml" Id="Rafcb0acd54ac44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c036211cf4625" /><Relationship Type="http://schemas.openxmlformats.org/officeDocument/2006/relationships/notesSlide" Target="/ppt/notesSlides/notesSlide25.xml" Id="R788a9c63b86e4e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f9666375840cc" /><Relationship Type="http://schemas.openxmlformats.org/officeDocument/2006/relationships/notesSlide" Target="/ppt/notesSlides/notesSlide26.xml" Id="Ra914e247236d4c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f029769ba48dc" /><Relationship Type="http://schemas.openxmlformats.org/officeDocument/2006/relationships/notesSlide" Target="/ppt/notesSlides/notesSlide27.xml" Id="Rc63bad858e80480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c4062d3fd4eac" /><Relationship Type="http://schemas.openxmlformats.org/officeDocument/2006/relationships/notesSlide" Target="/ppt/notesSlides/notesSlide28.xml" Id="Rb813f5c8ba5544f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680cb878f434f" /><Relationship Type="http://schemas.openxmlformats.org/officeDocument/2006/relationships/notesSlide" Target="/ppt/notesSlides/notesSlide29.xml" Id="Rf643aabab944428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d3b71c1544689" /><Relationship Type="http://schemas.openxmlformats.org/officeDocument/2006/relationships/notesSlide" Target="/ppt/notesSlides/notesSlide30.xml" Id="R1cfcab20511745a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03344daa84b47" /><Relationship Type="http://schemas.openxmlformats.org/officeDocument/2006/relationships/notesSlide" Target="/ppt/notesSlides/notesSlide31.xml" Id="Rd4014cccac1247c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f6e90dc1c4e9e" /><Relationship Type="http://schemas.openxmlformats.org/officeDocument/2006/relationships/notesSlide" Target="/ppt/notesSlides/notesSlide32.xml" Id="Reb2fcca81a6f466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afdfc6f8c434c" /><Relationship Type="http://schemas.openxmlformats.org/officeDocument/2006/relationships/notesSlide" Target="/ppt/notesSlides/notesSlide33.xml" Id="Rb1d056c5334f4c0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f56084a0442c5" /><Relationship Type="http://schemas.openxmlformats.org/officeDocument/2006/relationships/notesSlide" Target="/ppt/notesSlides/notesSlide34.xml" Id="R9dbe5cb9f69d47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320BC-0566-4B32-88D4-A217CFC2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Have Fun at the Beach!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0D2FE-E2E1-4DD9-A176-99093A84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自研教材 Level 2 Unit 3 · 趣味课后复习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D863A-75CD-4D33-81D3-6EC78B2F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EF914-1DFF-4097-9D01-07D4852BA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a04993e1e4228"/>
          <a:stretch xmlns:a="http://schemas.openxmlformats.org/drawingml/2006/main"/>
        </p:blipFill>
        <p:spPr>
          <a:xfrm xmlns:a="http://schemas.openxmlformats.org/drawingml/2006/main">
            <a:off x="3495675" y="1809750"/>
            <a:ext cx="796290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7A9DD-490C-476A-B696-C6ADE69D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海滩寻宝队</a:t>
            </a:r>
          </a:p>
          <a:p xmlns:a="http://schemas.openxmlformats.org/drawingml/2006/main">
            <a:pPr>
              <a:def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准备出发！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10DE1-D36D-4EBC-92BD-FB8B70DF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看图说英语</a:t>
            </a:r>
          </a:p>
          <a:p xmlns:a="http://schemas.openxmlformats.org/drawingml/2006/main">
            <a: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玩游戏找线索</a:t>
            </a:r>
          </a:p>
          <a:p xmlns:a="http://schemas.openxmlformats.org/drawingml/2006/main">
            <a:pPr>
              <a:def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和家人一起闯关</a:t>
            </a:r>
          </a:p>
        </p:txBody>
      </p:sp>
    </p:spTree>
    <p:extLst>
      <p:ext uri="{BB962C8B-B14F-4D97-AF65-F5344CB8AC3E}">
        <p14:creationId xmlns:p14="http://schemas.microsoft.com/office/powerpoint/2010/main" val="1004438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24C4D-309A-4A34-83E0-B8D53B0A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我们的寻宝任务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4CF91-FCFB-47E2-A03D-26BCBD7F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准备一张纸和几支彩笔。每完成一个任务，在纸上画一枚贝壳。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9668-E9FF-4DFF-82B2-6C20C570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405F9-EA1C-45C5-B536-B738DE09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01  活动侦探：认出6种海边活动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35EE4-95DA-4654-ADDD-E03DFFB8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02  邀请达人：提出建议，表达真实想法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B6E90-EAF0-4F63-8F22-F1426FD4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03  寻物高手：问清一个或多个物品在哪里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C40A8-F5E7-454B-BB9B-5ED57F6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04  拼读魔法师：读出 a_e，完成小故事</a:t>
            </a:r>
          </a:p>
        </p:txBody>
      </p:sp>
    </p:spTree>
    <p:extLst>
      <p:ext uri="{BB962C8B-B14F-4D97-AF65-F5344CB8AC3E}">
        <p14:creationId xmlns:p14="http://schemas.microsoft.com/office/powerpoint/2010/main" val="1609556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826E7-69DF-42E9-B12F-F997E38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海滩观察员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2EB7E-64A3-4CCA-8830-960953A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看一看：你能找到 beach、tree、sand、sea 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26085-4F80-462A-9EF1-011CEADE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0CE64-4912-4B7C-B088-1C90CC0DFA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572b9ed0b4e46"/>
          <a:stretch xmlns:a="http://schemas.openxmlformats.org/drawingml/2006/main"/>
        </p:blipFill>
        <p:spPr>
          <a:xfrm xmlns:a="http://schemas.openxmlformats.org/drawingml/2006/main">
            <a:off x="2241618" y="1847850"/>
            <a:ext cx="7708765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13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9C267-1724-4ED8-80E5-542BC4A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六个孩子在做什么？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85EA6-261C-4C91-B4A3-6ED100D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从左到右找一找。先自己说，再翻页核对。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6B113-3DA4-4F14-8D2A-EF269054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584D8-3EC9-4A21-975D-E7173ED8D9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30f1d890147c7"/>
          <a:stretch xmlns:a="http://schemas.openxmlformats.org/drawingml/2006/main"/>
        </p:blipFill>
        <p:spPr>
          <a:xfrm xmlns:a="http://schemas.openxmlformats.org/drawingml/2006/main">
            <a:off x="2241618" y="1847850"/>
            <a:ext cx="7708765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61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E4867-4F27-4FEF-9E3D-C84F37C0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活动词汇小帮手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976FD-E7A8-4204-8D8F-DF79EC0B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边做动作边说，读一遍后把屏幕遮住试一试。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816E0-5906-494C-9BA2-EB3FE50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8649A-01D7-43BD-AD71-6436E5F6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334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paint a picture     画一幅画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FA2A8-C565-45AF-BA23-8786BD15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5334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eat ice cream        吃冰淇淋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6DAC3-B48F-428C-893D-F154B66F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5334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take a picture       拍照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B85F8-3579-4DC9-B09E-7E04BB01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334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listen to music         听音乐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27EB5-D7C6-4A4C-9FC3-F539197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5334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read a book               读书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FC60D-B242-4208-9163-A921DEAE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334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make a sandcastle    堆沙堡</a:t>
            </a:r>
          </a:p>
        </p:txBody>
      </p:sp>
    </p:spTree>
    <p:extLst>
      <p:ext uri="{BB962C8B-B14F-4D97-AF65-F5344CB8AC3E}">
        <p14:creationId xmlns:p14="http://schemas.microsoft.com/office/powerpoint/2010/main" val="1539210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0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CD276-5BF6-45B4-85EC-E78DEF4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游戏1：无声电影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BFB21-8E85-4350-8737-7E81E65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一个人只做动作，另一个人猜英语。交换角色再玩一轮。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21806-A638-4A90-BE79-328EE0DE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42AFF-C01C-40BD-AEA3-68001D6D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A  假装举起相机，“咔嚓”！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87560-47B1-406B-A8B2-19C73956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B  假装戴上耳机，跟着音乐摇摆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71C2E-7542-4E43-A796-CB732DA5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  假装用手一层一层堆沙堡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AB69F-1824-422D-822A-DF1D936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D  自选一个动作，让家长猜</a:t>
            </a:r>
          </a:p>
        </p:txBody>
      </p:sp>
    </p:spTree>
    <p:extLst>
      <p:ext uri="{BB962C8B-B14F-4D97-AF65-F5344CB8AC3E}">
        <p14:creationId xmlns:p14="http://schemas.microsoft.com/office/powerpoint/2010/main" val="1123661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DA721-DE24-476E-A556-74A271D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游戏2：哪个词逃跑了？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BD219-F067-488D-BB9E-A9E8D689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先口头填空，再用完整短语做动作。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C42C3-6A13-4229-9614-549CAD5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DDDC6-34AF-4593-881A-4893B29E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1  paint a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FD146-B655-45F4-8027-4DFD12C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2  listen to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25898-EEE6-4890-A3B0-FC0228EB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3  make a 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E07CE-941B-4335-8FEF-BCA8ACBD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4  eat ______ cream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EFB0F-166C-47A3-AE50-3AB72F36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词语池</a:t>
            </a:r>
          </a:p>
          <a:p xmlns:a="http://schemas.openxmlformats.org/drawingml/2006/main">
            <a: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picture</a:t>
            </a:r>
          </a:p>
          <a:p xmlns:a="http://schemas.openxmlformats.org/drawingml/2006/main">
            <a: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sandcastle</a:t>
            </a:r>
          </a:p>
          <a:p xmlns:a="http://schemas.openxmlformats.org/drawingml/2006/main">
            <a: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ice</a:t>
            </a:r>
          </a:p>
          <a:p xmlns:a="http://schemas.openxmlformats.org/drawingml/2006/main">
            <a:pPr>
              <a:def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music</a:t>
            </a:r>
          </a:p>
        </p:txBody>
      </p:sp>
    </p:spTree>
    <p:extLst>
      <p:ext uri="{BB962C8B-B14F-4D97-AF65-F5344CB8AC3E}">
        <p14:creationId xmlns:p14="http://schemas.microsoft.com/office/powerpoint/2010/main" val="77466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D0025-EAF1-4247-B0F7-B2383963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Let’s… 我们一起……吧！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7F672-D535-40EB-B9C7-CF3E5033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Let’s 后接动作原形。你可以同意、犹豫，也可以礼貌拒绝。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134C2-2899-4E87-9444-5285F31B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AEF22-8B9D-4A63-BE0F-21BE455B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Let’s make a sandcastle.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5335D-905A-4B8F-9BB7-51F53621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Good idea.                 好主意。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9D82F-29EA-4A7C-A508-310B3BE7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I’m not sure.             我还不太确定。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C832C-64BD-435F-A5AD-079CECD4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Sorry, I don’t want to.  抱歉，我不想。</a:t>
            </a:r>
          </a:p>
        </p:txBody>
      </p:sp>
    </p:spTree>
    <p:extLst>
      <p:ext uri="{BB962C8B-B14F-4D97-AF65-F5344CB8AC3E}">
        <p14:creationId xmlns:p14="http://schemas.microsoft.com/office/powerpoint/2010/main" val="1418856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F6931-CFFB-40A3-ACEF-08580255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游戏3：海滩邀请赛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53570-6D45-4F13-B9D7-F06A7C5C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轮流邀请对方。每次可以换一个回应，看看能不能达成共同计划。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36F81-C78F-4E1A-ACA3-8E6047A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B46C2-06C8-46AC-9170-6FFB70F0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你：Let’s read a book.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19F8E-7E7F-46C5-AA95-50101AF4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家人：I’m not 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697FF-4959-4316-B651-C3296318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你换一个：Let’s take a picture.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910DE-170C-4E79-AD99-DB72B723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家人：Good idea!</a:t>
            </a:r>
          </a:p>
        </p:txBody>
      </p:sp>
    </p:spTree>
    <p:extLst>
      <p:ext uri="{BB962C8B-B14F-4D97-AF65-F5344CB8AC3E}">
        <p14:creationId xmlns:p14="http://schemas.microsoft.com/office/powerpoint/2010/main" val="10900324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0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1A02C-3EEA-4734-9CFA-3753CE3F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游戏4：找出小怪兽的错误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FF0AD-44F4-4C32-A4DA-6816E7FA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每句改对后，大声告诉小怪兽正确说法。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49BE6-74DC-40F9-BAE1-65D5F37F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03773-B352-4864-8729-B97446E0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1  Let’s reading a book.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C97CE-48CC-4FD9-ACC7-79CA366C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2  Let’s listen music.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C1464-62C7-4F5F-97DD-8B544BE4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3  Let’s make a picture.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6F708-E5CF-4FF6-AC48-4CD2F81A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小提示：第3句想表达“拍一张照片”。</a:t>
            </a:r>
          </a:p>
        </p:txBody>
      </p:sp>
    </p:spTree>
    <p:extLst>
      <p:ext uri="{BB962C8B-B14F-4D97-AF65-F5344CB8AC3E}">
        <p14:creationId xmlns:p14="http://schemas.microsoft.com/office/powerpoint/2010/main" val="415287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B2CC7-C041-4B88-837B-17D52141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寻物口令：一个还是多个？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F6065-325C-40CE-A74F-0727CA28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先看物品数量，再选择问句和回答。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DEB59-34FA-4D36-A8EF-5E723FC5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F841C-B3A4-4505-8F4B-D7F2597D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一个风筝：Where’s the green kite?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7B4A6-9AB9-494D-9B6E-01A1F9CE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回答：It’s in the tree.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3E310-C572-4884-A032-EBAB2BAA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多个球：Where are the red balls?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49C25-EA65-4307-8C8B-2ACB41E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回答：They’re on the sand.</a:t>
            </a:r>
          </a:p>
        </p:txBody>
      </p:sp>
    </p:spTree>
    <p:extLst>
      <p:ext uri="{BB962C8B-B14F-4D97-AF65-F5344CB8AC3E}">
        <p14:creationId xmlns:p14="http://schemas.microsoft.com/office/powerpoint/2010/main" val="16878158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6A7BF-7C63-45AE-B837-3AB091D1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游戏5：绿风筝和红球在哪儿？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897DB-8672-46B6-9CC9-F0228A20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看图完成问答，再交换角色。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BA515-7B17-4E16-8C6B-63924636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13BC4-5883-4619-959D-9162D461E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454863b6c4c39"/>
          <a:stretch xmlns:a="http://schemas.openxmlformats.org/drawingml/2006/main"/>
        </p:blipFill>
        <p:spPr>
          <a:xfrm xmlns:a="http://schemas.openxmlformats.org/drawingml/2006/main">
            <a:off x="643647" y="1905000"/>
            <a:ext cx="7285206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7DB01-1A79-4D1D-81C6-0D803069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Where’s the</a:t>
            </a:r>
          </a:p>
          <a:p xmlns:a="http://schemas.openxmlformats.org/drawingml/2006/main">
            <a: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green kite?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Where are the</a:t>
            </a:r>
          </a:p>
          <a:p xmlns:a="http://schemas.openxmlformats.org/drawingml/2006/main">
            <a:pPr>
              <a:def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red balls?</a:t>
            </a:r>
          </a:p>
        </p:txBody>
      </p:sp>
    </p:spTree>
    <p:extLst>
      <p:ext uri="{BB962C8B-B14F-4D97-AF65-F5344CB8AC3E}">
        <p14:creationId xmlns:p14="http://schemas.microsoft.com/office/powerpoint/2010/main" val="1541252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4B3D-643C-4DD0-A711-522C2A87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游戏6：句子配对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07BCC-FDB6-4E29-8E7A-86F023D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用手指配对，再读出完整的一问一答。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FB39D-5D36-4054-9802-B5B43599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35AA0-B732-4DA4-847F-D66A0B63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1  Where’s the big kite?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BDD81-368C-46C8-A97E-11CC2C28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2  Where are the red balls?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D487D-9509-4CC7-AE93-D5DEE6C1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A  They’re on the sand.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E7D12-44CD-472B-A1BC-44AEC1A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92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B  It’s in the tree.</a:t>
            </a:r>
          </a:p>
        </p:txBody>
      </p:sp>
    </p:spTree>
    <p:extLst>
      <p:ext uri="{BB962C8B-B14F-4D97-AF65-F5344CB8AC3E}">
        <p14:creationId xmlns:p14="http://schemas.microsoft.com/office/powerpoint/2010/main" val="17388162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0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D4625-D27C-4509-95AC-F558AB8D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我的海滩，听我指挥！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44A81-2C3B-47E3-9BDE-D05890A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用彩笔画一棵树、一只绿风筝和两只红球。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718BB-BD15-4AFD-B505-F9C0FCF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23ED7-B8D0-4DCB-95C3-F30076C7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1  把风筝画在树上，把球画在沙上。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6C69B-91BA-41DF-9383-856C254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2  家长闭眼，你悄悄改变一个物品位置。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B14EC-BCBE-4235-A66C-C491EA40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3  家长问 Where…?，你用 It’s / They’re 回答。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FD556-282B-46BB-BE75-18DE91AC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4  交换角色，再玩一次。</a:t>
            </a:r>
          </a:p>
        </p:txBody>
      </p:sp>
    </p:spTree>
    <p:extLst>
      <p:ext uri="{BB962C8B-B14F-4D97-AF65-F5344CB8AC3E}">
        <p14:creationId xmlns:p14="http://schemas.microsoft.com/office/powerpoint/2010/main" val="6460919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F1871-0026-45AC-8A7B-E17F9E11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拼读魔法：a_e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D9F38-4FAC-40AA-BC9A-7B717623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a 读 /eɪ/，末尾的 e 不发音。用手指从左到右滑读。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0987F-3B32-453C-B5F2-D8DBA9A9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0C5FD-0215-4598-B243-AE975A4B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668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cane        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D9A7C-A3A4-4157-A629-F99E4077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0668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cape        tape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6C024-CE5A-477B-B549-181F446C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cane 手杖    lane 小路    cape 披风    tape 胶带</a:t>
            </a:r>
          </a:p>
        </p:txBody>
      </p:sp>
    </p:spTree>
    <p:extLst>
      <p:ext uri="{BB962C8B-B14F-4D97-AF65-F5344CB8AC3E}">
        <p14:creationId xmlns:p14="http://schemas.microsoft.com/office/powerpoint/2010/main" val="18030452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BBFF4-0A00-4925-B28D-5B527C63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游戏7：最后一个音变了！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9A649-C55F-4108-8272-BA4D5F2D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听家长读一个词，你指出来。然后换你读，让家长找。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9DAE0-2A64-484C-8824-A3C62C4F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82B43-8D8E-4B18-9947-6D04854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477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cane           cape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113B6-556D-4C4E-AF2E-C985827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lane            tape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B0764-E8BC-49B6-AFF4-B96D80A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D76043"/>
                </a:solidFill>
                <a:latin typeface="Noto Sans CJK SC"/>
                <a:ea typeface="Noto Sans CJK SC"/>
                <a:cs typeface="Noto Sans CJK SC"/>
              </a:rPr>
              <a:t>挑战：说出 cane 和 cape 的最后一个音。</a:t>
            </a:r>
          </a:p>
        </p:txBody>
      </p:sp>
    </p:spTree>
    <p:extLst>
      <p:ext uri="{BB962C8B-B14F-4D97-AF65-F5344CB8AC3E}">
        <p14:creationId xmlns:p14="http://schemas.microsoft.com/office/powerpoint/2010/main" val="3485475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F7813-3EFF-404B-95DA-AE4F2457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魔法 e：小小字母，大大变化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286DE-5AFC-4BE5-A61D-6A25E422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比较拓展：cap / tap 是短音，对照本单元 cape / tape。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205E2-BDCE-4635-A8D5-11CE5E49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AC868-6039-4381-A6EA-9D477CB6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cap   /æ/          cape   /eɪ/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97030-7ED8-482C-B350-0874AF90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tap   /æ/          tape   /eɪ/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4DD41-A65A-4FEE-A670-345AB245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末尾加 e，a 的发音发生变化。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AD776-7DDA-4DD3-A70C-B3357329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最后的 e 不单独发音。</a:t>
            </a:r>
          </a:p>
        </p:txBody>
      </p:sp>
    </p:spTree>
    <p:extLst>
      <p:ext uri="{BB962C8B-B14F-4D97-AF65-F5344CB8AC3E}">
        <p14:creationId xmlns:p14="http://schemas.microsoft.com/office/powerpoint/2010/main" val="21387266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BEC53-60D3-4D6F-BEE0-66ABD64C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拼读滑滑梯：先拆音，再合起来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3397E-B80A-4D30-ADF8-3411BEB1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每碰一下桌面说一个音，最后滑读整个词。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EC4EE-F533-4450-99E8-79424674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4366E-8A29-419E-90CA-53883728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cane    /k/  /eɪ/  /n/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5AA3B-1FBF-469C-A823-39CEE36C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lane     /l/  /eɪ/  /n/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AF289-7E77-486C-951B-A3901753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cape    /k/  /eɪ/  /p/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61F95-0C49-45AE-A1D3-53BA8782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tape     /t/  /eɪ/  /p/</a:t>
            </a:r>
          </a:p>
        </p:txBody>
      </p:sp>
    </p:spTree>
    <p:extLst>
      <p:ext uri="{BB962C8B-B14F-4D97-AF65-F5344CB8AC3E}">
        <p14:creationId xmlns:p14="http://schemas.microsoft.com/office/powerpoint/2010/main" val="6256365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0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56A3C-653B-4E55-B59B-0FD81447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听音寻宝：你听到哪个词？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98B2B-BAC7-4FFD-84F2-7F73107B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家长按备注中的顺序读。孩子先指词，再自己读一次。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40A98-043C-4B0D-ACB8-C995B94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9D5B2-89E6-4698-BE18-612840B2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1   cap             cape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0BE0B-4E76-4F39-BFE0-C44EB6A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2   cane           cape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C65AF-FA77-4DCA-9FD3-C5973783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3   tape            tap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286F9-A80F-4127-B4B8-BE6161F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4   lane            cane</a:t>
            </a:r>
          </a:p>
        </p:txBody>
      </p:sp>
    </p:spTree>
    <p:extLst>
      <p:ext uri="{BB962C8B-B14F-4D97-AF65-F5344CB8AC3E}">
        <p14:creationId xmlns:p14="http://schemas.microsoft.com/office/powerpoint/2010/main" val="5617308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56B58-3365-4D91-BE05-9947ED62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失踪的 a：四个词都等你救援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02B51-A6DA-437F-A95C-F1F74A37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先说缺哪个字母，再读出补完整的词。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2D85C-EB76-4E29-A6CF-120BBE10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1A3B3-53C3-44E9-82A6-DEA82D6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 _ n e        手杖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EC71C-2D41-4E55-B7C0-3909F619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l _ n e          小路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8D2A9-DC2E-4EE8-B76D-57E89AA9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c _ p e        披风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8134F-22A8-4525-A99C-91883164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t _ p e         胶带</a:t>
            </a:r>
          </a:p>
        </p:txBody>
      </p:sp>
    </p:spTree>
    <p:extLst>
      <p:ext uri="{BB962C8B-B14F-4D97-AF65-F5344CB8AC3E}">
        <p14:creationId xmlns:p14="http://schemas.microsoft.com/office/powerpoint/2010/main" val="2889114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01CAA-D056-4CEE-94CE-B271AB99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字母工坊：用四张卡拼出一个词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C3352-4F62-407F-92B3-B94C82CA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把字母写在纸片上，移动纸片拼词，然后读出来。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4B51D-157F-4D7B-83D0-4304F5F9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EC9FB-24D3-4EF2-B746-DF6F8453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1   e   n   c   a       手杖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2FAD-DE9A-4979-A267-E07A0D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2   a   e   l   n        小路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669BF-29F7-4852-8134-C0778013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3   p   a   e   c       披风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DBD7-77B2-4E77-851B-B4280D35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4   e   t   p   a        胶带</a:t>
            </a:r>
          </a:p>
        </p:txBody>
      </p:sp>
    </p:spTree>
    <p:extLst>
      <p:ext uri="{BB962C8B-B14F-4D97-AF65-F5344CB8AC3E}">
        <p14:creationId xmlns:p14="http://schemas.microsoft.com/office/powerpoint/2010/main" val="5329109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B175F-FF5E-4E20-A511-F67FC65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拼读小故事：The Red 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7E673-FB56-41C2-9961-FFFA5B4D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原创拼读练习 · a_e 词自己读，其他词可以请家长帮忙。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A5D03-1D3E-43E1-9CB3-D7C2C21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8DDD2-03AB-4AF1-9B1B-A6FF72B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He has a cane and a cape.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5D39A-4F9A-4D8E-836D-89CEE32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His cape is 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F7218-67C6-44A1-A942-F753DBE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He has tape.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DEE6E-13AB-47F9-857B-AA52BB73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He is in the lane.</a:t>
            </a:r>
          </a:p>
        </p:txBody>
      </p:sp>
    </p:spTree>
    <p:extLst>
      <p:ext uri="{BB962C8B-B14F-4D97-AF65-F5344CB8AC3E}">
        <p14:creationId xmlns:p14="http://schemas.microsoft.com/office/powerpoint/2010/main" val="6266082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0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622A1-BD87-4C08-81F6-94260E8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拼读故事侦探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B5585-6DA7-451A-BFA3-0AC4B0F4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回到上一页找答案，把你找到的地方指给家长看。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A3DFF-9DA0-4EC0-9723-6245B60C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9406F-93E8-4024-B137-896683E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找一找：圈出4个不同的 a_e 单词。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53B1E-581D-455B-B632-F4B72B05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说一说：What color is his cape?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42542-5BB9-49CC-90C4-88CE929A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找一找：Where is he?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B51E3-B5C5-4050-97F8-3DA0E528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演一演：披上想象的披风，再读一次故事。</a:t>
            </a:r>
          </a:p>
        </p:txBody>
      </p:sp>
    </p:spTree>
    <p:extLst>
      <p:ext uri="{BB962C8B-B14F-4D97-AF65-F5344CB8AC3E}">
        <p14:creationId xmlns:p14="http://schemas.microsoft.com/office/powerpoint/2010/main" val="17611406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E0573-F646-47A7-823E-02780AEE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小故事：A Beach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6ADF9-9EB4-4383-B059-D7C04F7F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原创复习短文 · 先听家长读，再自己试着读。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10AD4-82A8-4827-91E3-F1B365DF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3DD12-98FF-4EAD-95C9-CDCE3826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We are at the beach.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99EC6-F94A-434C-BD44-72EB88E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“Let’s make a sandcastle,” says Ben.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2AE0A-23CE-4163-9F65-3F856857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“Good idea!” says Mia.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64779-CE57-45A4-869D-64E285E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“Where are the red balls?”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20451-C524-4FC9-9401-149227D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“They’re on the sand.”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0122-9AB6-48CB-8A26-CA5052B5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We work together.</a:t>
            </a:r>
          </a:p>
        </p:txBody>
      </p:sp>
    </p:spTree>
    <p:extLst>
      <p:ext uri="{BB962C8B-B14F-4D97-AF65-F5344CB8AC3E}">
        <p14:creationId xmlns:p14="http://schemas.microsoft.com/office/powerpoint/2010/main" val="16078973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0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6B5EF-9B93-4D48-9B12-0880E6E7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游戏8：故事侦探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F4422-51C8-4470-AA16-E2FAD46B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可以回到上一页找证据，不用凭记忆硬猜。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ACAD5-1FC0-418A-9EEE-D20742E2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E1B08-97ED-47E2-A16A-94B14E05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1  Where are they?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EDEB6-5949-4CA6-BB6F-5C6ED37C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   A  At the beach.       B  At school.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77B21-2F81-4AFE-A79C-AA7A300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2  What does Ben suggest?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81D2B-4960-4EDC-BC6A-F0688C55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   A  Read a book.          B  Make a sandcastle.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39E2E-9046-4C09-9F83-8B5ED730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3  Where are the red balls?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B40EE-4F4F-43A1-93FE-75369597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   A  In the tree.              B  On the sand.</a:t>
            </a:r>
          </a:p>
        </p:txBody>
      </p:sp>
    </p:spTree>
    <p:extLst>
      <p:ext uri="{BB962C8B-B14F-4D97-AF65-F5344CB8AC3E}">
        <p14:creationId xmlns:p14="http://schemas.microsoft.com/office/powerpoint/2010/main" val="10935743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33246-5A9D-46CD-938B-9F44D441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游戏9：海滩分类师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E05BA-3B6C-4194-B18A-6F01B259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说出每个词属于“活动”还是“周围世界”。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E4F84-7CCD-43FC-8B6D-1F0A95C5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756A5-ED47-4FE5-80AC-835F7868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paint a picture       sea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47D8E-F09F-4CB2-AADB-AD4D1C2E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read a book             sand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A7986-EE23-4A1B-A0D0-02911864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make a sandcastle  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C69E0-3EFB-4DBD-846B-B851173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listen to music        beach</a:t>
            </a:r>
          </a:p>
        </p:txBody>
      </p:sp>
    </p:spTree>
    <p:extLst>
      <p:ext uri="{BB962C8B-B14F-4D97-AF65-F5344CB8AC3E}">
        <p14:creationId xmlns:p14="http://schemas.microsoft.com/office/powerpoint/2010/main" val="13139275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24C7F-D9E9-43C0-8801-1C9FF72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我的海滩明信片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4804B-BEFC-47AF-AC60-BBC46F9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画一幅海滩小画，写两句。也可以先说给家长听。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56E9A-E36A-46EF-9372-A2D7B332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31810-CF1F-4BA9-9B86-4604798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This is my beach.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C8FBF-2C63-4A0C-BF49-2B0D6545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The kite is ______.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F5BBF-972B-4E47-8E81-F6933A42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The balls are ______.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45227-4538-4240-8C54-DA487F6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Let’s ______!</a:t>
            </a:r>
          </a:p>
        </p:txBody>
      </p:sp>
    </p:spTree>
    <p:extLst>
      <p:ext uri="{BB962C8B-B14F-4D97-AF65-F5344CB8AC3E}">
        <p14:creationId xmlns:p14="http://schemas.microsoft.com/office/powerpoint/2010/main" val="7898942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5D684-3901-4A43-A1BD-D2B9048E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高频词彩蛋：where / he / his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6B1E4-092B-4FEE-899D-B3E3426A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先指出词，再用手指跟着句子读。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898CE-1CA2-4FD0-ADD9-69ABE7F4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5A4B4-DD0B-4E8A-A2D4-DA0CB92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Where is Ben?  He is at the beach.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2A83C-8CB9-432E-B392-3ABD6081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His kite is green.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F3443-C40F-4D58-8A70-B0E6E9DF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where  哪里      he  他      his  他的</a:t>
            </a:r>
          </a:p>
        </p:txBody>
      </p:sp>
    </p:spTree>
    <p:extLst>
      <p:ext uri="{BB962C8B-B14F-4D97-AF65-F5344CB8AC3E}">
        <p14:creationId xmlns:p14="http://schemas.microsoft.com/office/powerpoint/2010/main" val="15166219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0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2930F-9BB5-4E3E-9B50-2E775D3C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拓展任务：来自哪里的小游客？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79A43-CA22-4DA8-B702-C2BD60F3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本单元跨学科主题：世界各国。借助地图或地球仪完成。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ED68B-F735-49B4-8D7E-3CA21BA9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90C6F-8FE3-4553-A7E4-90C035E4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This is my country.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13E38-1EC0-4EE6-8E85-5305E6A7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1085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I’m from China.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D4F10-6AEF-4144-B18D-3A21D2F8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85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选一个国家，在地图上找到它。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8C9ED-4B55-4596-915B-3F020B9B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1085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中文说说：那里有什么你想看的地方？</a:t>
            </a:r>
          </a:p>
        </p:txBody>
      </p:sp>
    </p:spTree>
    <p:extLst>
      <p:ext uri="{BB962C8B-B14F-4D97-AF65-F5344CB8AC3E}">
        <p14:creationId xmlns:p14="http://schemas.microsoft.com/office/powerpoint/2010/main" val="16747712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916F0-23C2-4F41-B6FF-B7C43393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寻宝完成！我的口语秀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13D70-AFEF-4182-AA8B-79FC4A0B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先自己说，卡住了再看提示。能说多少就展示多少。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60F91-5664-4B42-B185-06813F1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5B061-B6A8-4877-B5A3-29CC9D47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说出 6 种海边活动。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E8368-EEEE-41C1-A691-29A8C6AC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邀请家人，并回应对方的一次邀请。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81869-2162-495C-93F6-B613B78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用 Where’s / Where are 各完成一组问答。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EA2BD-3FBE-4EC8-95DA-E9FC5A8E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读出 cane、lane、cape、tape。</a:t>
            </a:r>
          </a:p>
        </p:txBody>
      </p:sp>
    </p:spTree>
    <p:extLst>
      <p:ext uri="{BB962C8B-B14F-4D97-AF65-F5344CB8AC3E}">
        <p14:creationId xmlns:p14="http://schemas.microsoft.com/office/powerpoint/2010/main" val="265776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D5BF3-6DFB-4CF8-91B6-B0D00DC7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答案藏宝箱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D015F-3B3F-43FC-A61F-6C024901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陪练者使用，孩子先尝试后再核对。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D4F4C-9B78-4E04-B408-F76D96B1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3D6A5-7216-4D95-B9D6-2F0EF95C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游戏1  A take a picture   B listen to music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2DF7D-C746-4F68-938C-CA3E2BDA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               C make a sandcastle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4A63D-2AAE-4A9A-B494-4B44C0CC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游戏2  picture / music / sandcastle / 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05E43-04D9-45A8-9883-8F6A02F5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游戏4  Let’s read a book.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16EE5-2DA6-49B3-AAEC-EBA781B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               Let’s listen to music.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33C23-AA19-4601-B7A6-1D456DD8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               Let’s take a picture.</a:t>
            </a:r>
          </a:p>
        </p:txBody>
      </p:sp>
    </p:spTree>
    <p:extLst>
      <p:ext uri="{BB962C8B-B14F-4D97-AF65-F5344CB8AC3E}">
        <p14:creationId xmlns:p14="http://schemas.microsoft.com/office/powerpoint/2010/main" val="5084372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D8D87-4864-43A0-90C9-99790E2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答案藏宝箱 · 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242EC-C94B-4B46-8E4B-03781D4A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答错后再说一遍，就是有效的复习。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60AAB-A54B-47B9-9618-3D8B84A3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57469-C699-4897-888A-22FAD6DC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游戏5  It’s in the tree. / They’re on the sand.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D08EA-70C5-4D00-BBEB-DA3D24F6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游戏6  1B，2A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69AF5-0358-4DED-BEED-1394946D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游戏7  cane 末尾 /n/，cape 末尾 /p/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AA734-BFCF-4E2E-BCD8-BB005F52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游戏8  1A，2B，3B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12339-D879-4998-A003-3239080B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游戏9  活动：paint / read / make / listen 的四项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DB516-15A6-4604-A5AA-BDB8DD3A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               周围世界：sea / sand / tree / beach</a:t>
            </a:r>
          </a:p>
        </p:txBody>
      </p:sp>
    </p:spTree>
    <p:extLst>
      <p:ext uri="{BB962C8B-B14F-4D97-AF65-F5344CB8AC3E}">
        <p14:creationId xmlns:p14="http://schemas.microsoft.com/office/powerpoint/2010/main" val="15256638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DFFC5-E695-4152-A367-E3794418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自然拼读答案与带练提示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8EF98-F347-4368-B8AE-D029E7FD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先示范一次，再让孩子独立尝试。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A5D48-0797-48A8-B4E0-13A8471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2CFA7-D5EE-4A45-8262-086743C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听音寻宝：cape / cane / tape / 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4418B-6796-4C22-90A6-6C5789B0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失踪的 a：cane / lane / cape / tape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C9886-0300-4BEE-9937-4795F48E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字母工坊：cane / lane / cape / tape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8F86B-F0B5-4BC1-B053-CBD9EA2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故事侦探：cane、cape、tape、lane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61C75-92C5-4E8E-B112-2849ECD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颜色：red。位置：in the lane。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09731-1241-4B61-9114-E4613C7E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先会听、会合读，再练拼写；每次选2个词即可。</a:t>
            </a:r>
          </a:p>
        </p:txBody>
      </p:sp>
    </p:spTree>
    <p:extLst>
      <p:ext uri="{BB962C8B-B14F-4D97-AF65-F5344CB8AC3E}">
        <p14:creationId xmlns:p14="http://schemas.microsoft.com/office/powerpoint/2010/main" val="18074873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E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DD872-36ED-4A1C-A298-26C063E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给家长：每次只练一小段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AD604-C0C6-40E1-ADEF-01FF1485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每次8–10分钟，选做即可。孩子熟练的内容可以跳过。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D18CE-341E-4603-9469-8CEF58C9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26574"/>
                </a:solidFill>
                <a:latin typeface="Noto Sans CJK SC"/>
                <a:ea typeface="Noto Sans CJK SC"/>
                <a:cs typeface="Noto Sans CJK SC"/>
              </a:rPr>
              <a:t>L2 U3   Beach Adventure                         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8CCD9-8D2B-4669-9FF1-2A99B7D0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第1次  第3–7页：看图、动作竞猜、补全短语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BB6F1-5FDC-46B5-B21C-27A0F8C2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第2次  第8–14页：邀请对话、找物品、自己画图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93BC8-0008-428E-A97C-E00DBF37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第3次  第15–23页：自然拼读闯关，选2–3项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DBBBA-D6AA-4CA8-99AA-E3107344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23D52"/>
                </a:solidFill>
                <a:latin typeface="Noto Sans CJK SC"/>
                <a:ea typeface="Noto Sans CJK SC"/>
                <a:cs typeface="Noto Sans CJK SC"/>
              </a:rPr>
              <a:t>第4次  第24–30页：海滩故事、明信片和口语秀</a:t>
            </a:r>
          </a:p>
        </p:txBody>
      </p:sp>
    </p:spTree>
    <p:extLst>
      <p:ext uri="{BB962C8B-B14F-4D97-AF65-F5344CB8AC3E}">
        <p14:creationId xmlns:p14="http://schemas.microsoft.com/office/powerpoint/2010/main" val="1035208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2026-10-18T12:49:20.3840000Z</dcterms:created>
  <dcterms:modified xsi:type="dcterms:W3CDTF">2026-10-18T12:49:20.3840000Z</dcterms:modified>
</coreProperties>
</file>